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640080"/>
            <a:ext cx="82296" cy="82296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640080"/>
            <a:ext cx="82296" cy="82296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640080"/>
            <a:ext cx="82296" cy="82296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1463040"/>
            <a:ext cx="82296" cy="82296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1463040"/>
            <a:ext cx="82296" cy="82296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463040"/>
            <a:ext cx="82296" cy="82296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2286000"/>
            <a:ext cx="82296" cy="82296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0" y="2286000"/>
            <a:ext cx="82296" cy="82296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4160" y="2286000"/>
            <a:ext cx="82296" cy="82296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74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CONTAINER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2960" y="2423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PLATFORM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41248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FA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Cloud-Native System for Automated Deployment &amp; Auto-Scaling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794760"/>
            <a:ext cx="2926080" cy="0"/>
          </a:xfrm>
          <a:prstGeom prst="line">
            <a:avLst/>
          </a:prstGeom>
          <a:noFill/>
          <a:ln w="19050">
            <a:solidFill>
              <a:srgbClr val="2E4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Computing &amp; Distributed Systems  •  Cloud-Native Deployment System  •  Advanced / Final-Year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3708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8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Docker · Kubernetes · AWS/GCP · REST API · PostgreSQL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GSSIPU  •  Semester 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6309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Serverless?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DEPLOYMENT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03520" cy="502920"/>
          </a:xfrm>
          <a:prstGeom prst="rect">
            <a:avLst>
              <a:gd name="adj" fmla="val 10909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874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Cost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303520" cy="502920"/>
          </a:xfrm>
          <a:prstGeom prst="rect">
            <a:avLst>
              <a:gd name="adj" fmla="val 10909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68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468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 Management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303520" cy="502920"/>
          </a:xfrm>
          <a:prstGeom prst="rect">
            <a:avLst>
              <a:gd name="adj" fmla="val 10909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632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063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Downtime Risks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03520" cy="502920"/>
          </a:xfrm>
          <a:prstGeom prst="rect">
            <a:avLst>
              <a:gd name="adj" fmla="val 10909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576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657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Scalability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463040"/>
            <a:ext cx="5349240" cy="4663440"/>
          </a:xfrm>
          <a:prstGeom prst="rect">
            <a:avLst>
              <a:gd name="adj" fmla="val 1569"/>
            </a:avLst>
          </a:prstGeom>
          <a:solidFill>
            <a:srgbClr val="162C56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737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ARCHITECTURE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148840"/>
            <a:ext cx="484632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148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Request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2651760"/>
            <a:ext cx="4846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FA3"/>
                </a:solidFill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788920"/>
            <a:ext cx="484632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7889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Function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3291840"/>
            <a:ext cx="4846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FA3"/>
                </a:solidFill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3429000"/>
            <a:ext cx="484632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429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 Execution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3931920"/>
            <a:ext cx="4846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FA3"/>
                </a:solidFill>
              </a:rPr>
              <a:t>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4069080"/>
            <a:ext cx="484632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4069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Scaling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4572000"/>
            <a:ext cx="4846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FA3"/>
                </a:solidFill>
              </a:rPr>
              <a:t>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4709160"/>
            <a:ext cx="4846320" cy="502920"/>
          </a:xfrm>
          <a:prstGeom prst="rect">
            <a:avLst>
              <a:gd name="adj" fmla="val 10909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47091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Container Deployment Platform  •  Cloud Computing &amp; Distributed Systems  •  GSSIPU Semester 8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371600"/>
          </a:xfrm>
          <a:prstGeom prst="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rect">
            <a:avLst>
              <a:gd name="adj" fmla="val 13333"/>
            </a:avLst>
          </a:prstGeom>
          <a:solidFill>
            <a:srgbClr val="2E4FA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Computing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Delivering computing resources over the internet, rather than from locally owned infrastructure.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1106424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410712"/>
            <a:ext cx="548640" cy="548640"/>
          </a:xfrm>
          <a:prstGeom prst="rect">
            <a:avLst>
              <a:gd name="adj" fmla="val 13333"/>
            </a:avLst>
          </a:prstGeom>
          <a:solidFill>
            <a:srgbClr val="2E4FA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2735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68503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writes code; the cloud provider manages provisioning, scaling, and patching of servers.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26864"/>
            <a:ext cx="11064240" cy="1371600"/>
          </a:xfrm>
          <a:prstGeom prst="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946904"/>
            <a:ext cx="548640" cy="548640"/>
          </a:xfrm>
          <a:prstGeom prst="rect">
            <a:avLst>
              <a:gd name="adj" fmla="val 13333"/>
            </a:avLst>
          </a:prstGeom>
          <a:solidFill>
            <a:srgbClr val="2E4FA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469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80974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5221224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Packages an application together with its dependencies into a single, portable container image.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Container Deployment Platform  •  Cloud Computing &amp; Distributed Systems  •  GSSIPU Semester 8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508760"/>
            <a:ext cx="3291840" cy="566928"/>
          </a:xfrm>
          <a:prstGeom prst="rect">
            <a:avLst>
              <a:gd name="adj" fmla="val 12903"/>
            </a:avLst>
          </a:prstGeom>
          <a:solidFill>
            <a:srgbClr val="162C56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5087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17520" y="2075688"/>
            <a:ext cx="0" cy="164592"/>
          </a:xfrm>
          <a:prstGeom prst="line">
            <a:avLst/>
          </a:prstGeom>
          <a:noFill/>
          <a:ln w="19050">
            <a:solidFill>
              <a:srgbClr val="2E4FA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371600" y="2240280"/>
            <a:ext cx="3291840" cy="566928"/>
          </a:xfrm>
          <a:prstGeom prst="rect">
            <a:avLst>
              <a:gd name="adj" fmla="val 12903"/>
            </a:avLst>
          </a:prstGeom>
          <a:solidFill>
            <a:srgbClr val="E1E7F7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2402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REPOSITORY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17520" y="2807208"/>
            <a:ext cx="0" cy="164592"/>
          </a:xfrm>
          <a:prstGeom prst="line">
            <a:avLst/>
          </a:prstGeom>
          <a:noFill/>
          <a:ln w="19050">
            <a:solidFill>
              <a:srgbClr val="2E4FA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371600" y="2971800"/>
            <a:ext cx="3291840" cy="566928"/>
          </a:xfrm>
          <a:prstGeom prst="rect">
            <a:avLst>
              <a:gd name="adj" fmla="val 12903"/>
            </a:avLst>
          </a:prstGeom>
          <a:solidFill>
            <a:srgbClr val="E1E7F7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9718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PIPELINE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17520" y="3538728"/>
            <a:ext cx="0" cy="164592"/>
          </a:xfrm>
          <a:prstGeom prst="line">
            <a:avLst/>
          </a:prstGeom>
          <a:noFill/>
          <a:ln w="19050">
            <a:solidFill>
              <a:srgbClr val="2E4FA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71600" y="3703320"/>
            <a:ext cx="3291840" cy="566928"/>
          </a:xfrm>
          <a:prstGeom prst="rect">
            <a:avLst>
              <a:gd name="adj" fmla="val 12903"/>
            </a:avLst>
          </a:prstGeom>
          <a:solidFill>
            <a:srgbClr val="E1E7F7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7033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CONTAINER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17520" y="4270248"/>
            <a:ext cx="0" cy="164592"/>
          </a:xfrm>
          <a:prstGeom prst="line">
            <a:avLst/>
          </a:prstGeom>
          <a:noFill/>
          <a:ln w="19050">
            <a:solidFill>
              <a:srgbClr val="2E4FA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71600" y="4434840"/>
            <a:ext cx="3291840" cy="566928"/>
          </a:xfrm>
          <a:prstGeom prst="rect">
            <a:avLst>
              <a:gd name="adj" fmla="val 12903"/>
            </a:avLst>
          </a:prstGeom>
          <a:solidFill>
            <a:srgbClr val="E1E7F7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4348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PLATFORM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017520" y="5001768"/>
            <a:ext cx="0" cy="164592"/>
          </a:xfrm>
          <a:prstGeom prst="line">
            <a:avLst/>
          </a:prstGeom>
          <a:noFill/>
          <a:ln w="19050">
            <a:solidFill>
              <a:srgbClr val="2E4FA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71600" y="5166360"/>
            <a:ext cx="3291840" cy="566928"/>
          </a:xfrm>
          <a:prstGeom prst="rect">
            <a:avLst>
              <a:gd name="adj" fmla="val 12903"/>
            </a:avLst>
          </a:prstGeom>
          <a:solidFill>
            <a:srgbClr val="162C56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51663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Features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2011680"/>
            <a:ext cx="5120640" cy="914400"/>
          </a:xfrm>
          <a:prstGeom prst="rect">
            <a:avLst>
              <a:gd name="adj" fmla="val 7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1214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Deployment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24688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apps instantly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063240"/>
            <a:ext cx="5120640" cy="914400"/>
          </a:xfrm>
          <a:prstGeom prst="rect">
            <a:avLst>
              <a:gd name="adj" fmla="val 7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1729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Scaling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35204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users → 1 container, 10,000 → 10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4114800"/>
            <a:ext cx="5120640" cy="914400"/>
          </a:xfrm>
          <a:prstGeom prst="rect">
            <a:avLst>
              <a:gd name="adj" fmla="val 7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42245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Dashboard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45720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CPU, memory, traffic, errors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5166360"/>
            <a:ext cx="5120640" cy="914400"/>
          </a:xfrm>
          <a:prstGeom prst="rect">
            <a:avLst>
              <a:gd name="adj" fmla="val 7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52760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Balancing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56235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 traffic across instances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Container Deployment Platform  •  Cloud Computing &amp; Distributed Systems  •  GSSIPU Semester 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Auto-Scaling in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Users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2286000"/>
            <a:ext cx="914400" cy="822960"/>
          </a:xfrm>
          <a:prstGeom prst="rect">
            <a:avLst>
              <a:gd name="adj" fmla="val 8889"/>
            </a:avLst>
          </a:prstGeom>
          <a:solidFill>
            <a:srgbClr val="E1E7F7"/>
          </a:solidFill>
          <a:ln w="16510">
            <a:solidFill>
              <a:srgbClr val="162C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860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2697480"/>
            <a:ext cx="2103120" cy="0"/>
          </a:xfrm>
          <a:prstGeom prst="line">
            <a:avLst/>
          </a:prstGeom>
          <a:noFill/>
          <a:ln w="25400">
            <a:solidFill>
              <a:srgbClr val="2E4FA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5176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scales 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 Users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2286000"/>
            <a:ext cx="457200" cy="502920"/>
          </a:xfrm>
          <a:prstGeom prst="rect">
            <a:avLst>
              <a:gd name="adj" fmla="val 10000"/>
            </a:avLst>
          </a:prstGeom>
          <a:solidFill>
            <a:srgbClr val="E1E7F7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6128" y="2286000"/>
            <a:ext cx="457200" cy="502920"/>
          </a:xfrm>
          <a:prstGeom prst="rect">
            <a:avLst>
              <a:gd name="adj" fmla="val 10000"/>
            </a:avLst>
          </a:prstGeom>
          <a:solidFill>
            <a:srgbClr val="E1E7F7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3056" y="2286000"/>
            <a:ext cx="457200" cy="502920"/>
          </a:xfrm>
          <a:prstGeom prst="rect">
            <a:avLst>
              <a:gd name="adj" fmla="val 10000"/>
            </a:avLst>
          </a:prstGeom>
          <a:solidFill>
            <a:srgbClr val="E1E7F7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9984" y="2286000"/>
            <a:ext cx="457200" cy="502920"/>
          </a:xfrm>
          <a:prstGeom prst="rect">
            <a:avLst>
              <a:gd name="adj" fmla="val 10000"/>
            </a:avLst>
          </a:prstGeom>
          <a:solidFill>
            <a:srgbClr val="E1E7F7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6912" y="2286000"/>
            <a:ext cx="457200" cy="502920"/>
          </a:xfrm>
          <a:prstGeom prst="rect">
            <a:avLst>
              <a:gd name="adj" fmla="val 10000"/>
            </a:avLst>
          </a:prstGeom>
          <a:solidFill>
            <a:srgbClr val="E1E7F7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898648"/>
            <a:ext cx="457200" cy="502920"/>
          </a:xfrm>
          <a:prstGeom prst="rect">
            <a:avLst>
              <a:gd name="adj" fmla="val 10000"/>
            </a:avLst>
          </a:prstGeom>
          <a:solidFill>
            <a:srgbClr val="E1E7F7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96128" y="2898648"/>
            <a:ext cx="457200" cy="502920"/>
          </a:xfrm>
          <a:prstGeom prst="rect">
            <a:avLst>
              <a:gd name="adj" fmla="val 10000"/>
            </a:avLst>
          </a:prstGeom>
          <a:solidFill>
            <a:srgbClr val="E1E7F7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2898648"/>
            <a:ext cx="457200" cy="502920"/>
          </a:xfrm>
          <a:prstGeom prst="rect">
            <a:avLst>
              <a:gd name="adj" fmla="val 10000"/>
            </a:avLst>
          </a:prstGeom>
          <a:solidFill>
            <a:srgbClr val="E1E7F7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9984" y="2898648"/>
            <a:ext cx="457200" cy="502920"/>
          </a:xfrm>
          <a:prstGeom prst="rect">
            <a:avLst>
              <a:gd name="adj" fmla="val 10000"/>
            </a:avLst>
          </a:prstGeom>
          <a:solidFill>
            <a:srgbClr val="E1E7F7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6912" y="2898648"/>
            <a:ext cx="457200" cy="502920"/>
          </a:xfrm>
          <a:prstGeom prst="rect">
            <a:avLst>
              <a:gd name="adj" fmla="val 10000"/>
            </a:avLst>
          </a:prstGeom>
          <a:solidFill>
            <a:srgbClr val="E1E7F7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containers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12480" y="1691640"/>
            <a:ext cx="3200400" cy="2148840"/>
          </a:xfrm>
          <a:prstGeom prst="rect">
            <a:avLst>
              <a:gd name="adj" fmla="val 3404"/>
            </a:avLst>
          </a:prstGeom>
          <a:solidFill>
            <a:srgbClr val="162C56"/>
          </a:solidFill>
          <a:ln/>
        </p:spPr>
      </p:sp>
      <p:sp>
        <p:nvSpPr>
          <p:cNvPr id="23" name="Text 21"/>
          <p:cNvSpPr/>
          <p:nvPr/>
        </p:nvSpPr>
        <p:spPr>
          <a:xfrm>
            <a:off x="864108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LOGIC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41080" y="219456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= 5000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users &gt; 1000: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launch container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 OK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1064240" cy="1965960"/>
          </a:xfrm>
          <a:prstGeom prst="rect">
            <a:avLst>
              <a:gd name="adj" fmla="val 3721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Dashboard Metrics (simulated)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4754880"/>
            <a:ext cx="2560320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864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0120" y="5120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520440" y="4754880"/>
            <a:ext cx="2560320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4864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INSTANCES ACTIVE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0" y="5120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217920" y="4754880"/>
            <a:ext cx="2560320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4864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 USAGE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5120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8915400" y="4754880"/>
            <a:ext cx="2560320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0" y="4864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TIME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052560" y="5120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120ms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Container Deployment Platform  •  Cloud Computing &amp; Distributed Systems  •  GSSIPU Semester 8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 &amp; Containerization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74720" y="182880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5303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5915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0" y="235915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/ GCP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9504"/>
            <a:ext cx="530352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8950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0" y="288950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5303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1985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74720" y="341985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50208"/>
            <a:ext cx="530352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5020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74720" y="395020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5303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8056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74720" y="448056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4630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828800"/>
            <a:ext cx="5349240" cy="2468880"/>
          </a:xfrm>
          <a:prstGeom prst="rect">
            <a:avLst>
              <a:gd name="adj" fmla="val 2593"/>
            </a:avLst>
          </a:prstGeom>
          <a:solidFill>
            <a:srgbClr val="0D1B33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057400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313432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569464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825496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081528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337560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3593592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-r requirements.txt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3849624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4105656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["python","app.py"]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4480560"/>
            <a:ext cx="5349240" cy="1691640"/>
          </a:xfrm>
          <a:prstGeom prst="rect">
            <a:avLst>
              <a:gd name="adj" fmla="val 3784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663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Simulates: SaaS · E-Commerce · Streaming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49834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Dockerfile builds identically across development, testing, and production — eliminating "works on my machine" failures.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Container Deployment Platform  •  Cloud Computing &amp; Distributed Systems  •  GSSIPU Semester 8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&amp; EXTENSIONS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&amp; Advanced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0352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Platforms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5303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04872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Systems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530352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3522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Services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5303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65576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Applications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95928"/>
            <a:ext cx="530352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9592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 Products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34924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87452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 Integration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2404872"/>
            <a:ext cx="5349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40487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Automation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935224"/>
            <a:ext cx="534924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93522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Multi-Region Deployment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465576"/>
            <a:ext cx="5349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46557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Disaster Recovery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995928"/>
            <a:ext cx="534924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99592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Optimization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Container Deployment Platform  •  Cloud Computing &amp; Distributed Systems  •  GSSIPU Semester 8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Outcome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463040"/>
          </a:xfrm>
          <a:prstGeom prst="rect">
            <a:avLst>
              <a:gd name="adj" fmla="val 5000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Serverless Container Deployment Platform was successfully developed using Docker, cloud services, and distributed system concepts, automating deployment, scaling, monitoring, and resource management.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4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986784"/>
            <a:ext cx="91440" cy="91440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7705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Computing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34256"/>
            <a:ext cx="91440" cy="91440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2245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81728"/>
            <a:ext cx="91440" cy="91440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72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Containers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91440" cy="91440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19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76672"/>
            <a:ext cx="91440" cy="91440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6694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Pipelines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724144"/>
            <a:ext cx="91440" cy="91440"/>
          </a:xfrm>
          <a:prstGeom prst="ellipse">
            <a:avLst/>
          </a:prstGeom>
          <a:solidFill>
            <a:srgbClr val="2E4FA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6144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 Systems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Container Deployment Platform — Cloud Computing Major Project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  |  GSSIPU Semester 8  |  github.com/mayankswaraj18cr-cmd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2026-08-21T07:34:31Z</dcterms:created>
  <dcterms:modified xsi:type="dcterms:W3CDTF">2026-08-21T07:34:31Z</dcterms:modified>
</cp:coreProperties>
</file>